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354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449E-8135-4A14-B107-D39832AF4076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ABA2C-BE61-4EDF-9D2C-B35542B9DC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188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449E-8135-4A14-B107-D39832AF4076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ABA2C-BE61-4EDF-9D2C-B35542B9DC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375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449E-8135-4A14-B107-D39832AF4076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ABA2C-BE61-4EDF-9D2C-B35542B9DC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4366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449E-8135-4A14-B107-D39832AF4076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ABA2C-BE61-4EDF-9D2C-B35542B9DC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6628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449E-8135-4A14-B107-D39832AF4076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ABA2C-BE61-4EDF-9D2C-B35542B9DC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4536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449E-8135-4A14-B107-D39832AF4076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ABA2C-BE61-4EDF-9D2C-B35542B9DC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494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449E-8135-4A14-B107-D39832AF4076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ABA2C-BE61-4EDF-9D2C-B35542B9DC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3434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449E-8135-4A14-B107-D39832AF4076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ABA2C-BE61-4EDF-9D2C-B35542B9DC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0934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449E-8135-4A14-B107-D39832AF4076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ABA2C-BE61-4EDF-9D2C-B35542B9DC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0690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449E-8135-4A14-B107-D39832AF4076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ABA2C-BE61-4EDF-9D2C-B35542B9DC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5513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449E-8135-4A14-B107-D39832AF4076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ABA2C-BE61-4EDF-9D2C-B35542B9DC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9325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B449E-8135-4A14-B107-D39832AF4076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ABA2C-BE61-4EDF-9D2C-B35542B9DC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146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288C1D1-2029-8C6C-C6F2-20A143C5E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00"/>
            <a:ext cx="6858000" cy="10287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BCE14DD-EC90-7D55-9C5B-D6DDF688B8BE}"/>
              </a:ext>
            </a:extLst>
          </p:cNvPr>
          <p:cNvSpPr txBox="1"/>
          <p:nvPr/>
        </p:nvSpPr>
        <p:spPr>
          <a:xfrm>
            <a:off x="84221" y="10647946"/>
            <a:ext cx="6665495" cy="738664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050" dirty="0"/>
              <a:t>MÉTRICAS PRIORITARIAS 		El sueño es el indicador principal 	 </a:t>
            </a:r>
            <a:r>
              <a:rPr lang="es-ES" sz="1050" dirty="0" err="1"/>
              <a:t>Body</a:t>
            </a:r>
            <a:r>
              <a:rPr lang="es-ES" sz="1050" dirty="0"/>
              <a:t> </a:t>
            </a:r>
            <a:r>
              <a:rPr lang="es-ES" sz="1050" dirty="0" err="1"/>
              <a:t>Battery</a:t>
            </a:r>
            <a:r>
              <a:rPr lang="es-ES" sz="1050" dirty="0"/>
              <a:t> integra la fisiología</a:t>
            </a:r>
          </a:p>
          <a:p>
            <a:r>
              <a:rPr lang="es-ES" sz="1050" dirty="0"/>
              <a:t> </a:t>
            </a:r>
          </a:p>
          <a:p>
            <a:r>
              <a:rPr lang="es-ES" sz="1050" dirty="0"/>
              <a:t>Mirar tendencias, no valores aislados 	La FC en reposo detecta 		Más actividad ≠ Mejor salud</a:t>
            </a:r>
          </a:p>
          <a:p>
            <a:r>
              <a:rPr lang="es-ES" sz="1050" dirty="0"/>
              <a:t>					Fatiga precoz global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8E6911-FCCB-8EA0-260C-883047162B8F}"/>
              </a:ext>
            </a:extLst>
          </p:cNvPr>
          <p:cNvSpPr txBox="1"/>
          <p:nvPr/>
        </p:nvSpPr>
        <p:spPr>
          <a:xfrm>
            <a:off x="3898231" y="7327232"/>
            <a:ext cx="1732547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050" dirty="0"/>
              <a:t>º Tendencia sueño</a:t>
            </a:r>
          </a:p>
        </p:txBody>
      </p:sp>
    </p:spTree>
    <p:extLst>
      <p:ext uri="{BB962C8B-B14F-4D97-AF65-F5344CB8AC3E}">
        <p14:creationId xmlns:p14="http://schemas.microsoft.com/office/powerpoint/2010/main" val="13572201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48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Guinea</dc:creator>
  <cp:lastModifiedBy>Luis Guinea</cp:lastModifiedBy>
  <cp:revision>1</cp:revision>
  <dcterms:created xsi:type="dcterms:W3CDTF">2026-03-26T07:29:56Z</dcterms:created>
  <dcterms:modified xsi:type="dcterms:W3CDTF">2026-03-26T07:52:03Z</dcterms:modified>
</cp:coreProperties>
</file>